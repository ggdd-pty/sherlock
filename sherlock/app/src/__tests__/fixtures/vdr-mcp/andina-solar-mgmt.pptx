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/>
</file>

<file path=ppt/slides/slide1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Andina Solar, S. A.</a:t>
            </a:r>
          </a:p>
        </p:txBody>
      </p:sp>
      <p:sp>
        <p:txBody>
          <a:p>
            <a:r>
              <a:t>Management presentation (sintética)</a:t>
            </a: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Activo</a:t>
            </a:r>
          </a:p>
        </p:txBody>
      </p:sp>
      <p:sp>
        <p:txBody>
          <a:p>
            <a:r>
              <a:t>42.5 MW en Coclé, Panamá</a:t>
            </a:r>
          </a:p>
        </p:txBody>
      </p:sp>
      <p:sp>
        <p:txBody>
          <a:p>
            <a:r>
              <a:t>PPA a 15 años</a:t>
            </a:r>
          </a:p>
        </p:txBody>
      </p:sp>
    </p:spTree>
  </p:cSld>
</p:sld>
</file>

<file path=ppt/slides/slide3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Financieros FY24</a:t>
            </a:r>
          </a:p>
        </p:txBody>
      </p:sp>
      <p:sp>
        <p:txBody>
          <a:p>
            <a:r>
              <a:t>Ingresos USD 6,740 miles</a:t>
            </a:r>
          </a:p>
        </p:txBody>
      </p:sp>
      <p:sp>
        <p:txBody>
          <a:p>
            <a:r>
              <a:t>EBITDA USD 4,623 miles</a:t>
            </a:r>
          </a:p>
        </p:txBody>
      </p:sp>
    </p:spTree>
  </p:cSld>
</p:sld>
</file>