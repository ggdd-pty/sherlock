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  <p:sldId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Andina Solar, S. A.</a:t>
            </a:r>
          </a:p>
        </p:txBody>
      </p:sp>
      <p:sp>
        <p:txBody>
          <a:bodyPr/>
          <a:p>
            <a:r>
              <a:t>Presentacion de gerencia — proceso de credito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Portafolio</a:t>
            </a:r>
          </a:p>
        </p:txBody>
      </p:sp>
      <p:sp>
        <p:txBody>
          <a:bodyPr/>
          <a:p>
            <a:r>
              <a:t>4 parques · 42 MW instalados · PPA a 15 anios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Uso de fondos</a:t>
            </a:r>
          </a:p>
        </p:txBody>
      </p:sp>
      <p:sp>
        <p:txBody>
          <a:bodyPr/>
          <a:p>
            <a:r>
              <a:t>Refinanciar la deuda puente de Chiriqui II</a:t>
            </a:r>
          </a:p>
        </p:txBody>
      </p:sp>
    </p:spTree>
  </p:cSld>
</p:sld>
</file>